
<file path=[Content_Types].xml><?xml version="1.0" encoding="utf-8"?>
<Types xmlns="http://schemas.openxmlformats.org/package/2006/content-types">
  <Default Extension="c2pa" ContentType="application/c2p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p>
            <a:r>
              <a:t>C2PA test document, edited.</a:t>
            </a:r>
          </a:p>
        </p:txBody>
      </p:sp>
    </p:spTree>
  </p:cSld>
</p:sld>
</file>

<file path=ppt/theme/theme1.xml><?xml version="1.0" encoding="utf-8"?>
<a:theme xmlns:a="http://schemas.openxmlformats.org/drawingml/2006/main" name="C2PA">
  <a:themeElements>
    <a:clrScheme name="C2P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2P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2P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